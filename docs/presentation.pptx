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-432" y="-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364F-289D-4D40-99F5-C85D2CDFB8F8}" type="datetimeFigureOut">
              <a:rPr lang="ru-RU" smtClean="0"/>
              <a:pPr/>
              <a:t>12.05.2026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B99B8-2B06-4573-B1B9-C05D8166549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05713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364F-289D-4D40-99F5-C85D2CDFB8F8}" type="datetimeFigureOut">
              <a:rPr lang="ru-RU" smtClean="0"/>
              <a:pPr/>
              <a:t>12.05.2026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B99B8-2B06-4573-B1B9-C05D8166549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50082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364F-289D-4D40-99F5-C85D2CDFB8F8}" type="datetimeFigureOut">
              <a:rPr lang="ru-RU" smtClean="0"/>
              <a:pPr/>
              <a:t>12.05.2026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B99B8-2B06-4573-B1B9-C05D8166549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795796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364F-289D-4D40-99F5-C85D2CDFB8F8}" type="datetimeFigureOut">
              <a:rPr lang="ru-RU" smtClean="0"/>
              <a:pPr/>
              <a:t>12.05.2026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B99B8-2B06-4573-B1B9-C05D8166549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47605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364F-289D-4D40-99F5-C85D2CDFB8F8}" type="datetimeFigureOut">
              <a:rPr lang="ru-RU" smtClean="0"/>
              <a:pPr/>
              <a:t>12.05.2026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B99B8-2B06-4573-B1B9-C05D8166549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088655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364F-289D-4D40-99F5-C85D2CDFB8F8}" type="datetimeFigureOut">
              <a:rPr lang="ru-RU" smtClean="0"/>
              <a:pPr/>
              <a:t>12.05.2026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B99B8-2B06-4573-B1B9-C05D8166549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268317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364F-289D-4D40-99F5-C85D2CDFB8F8}" type="datetimeFigureOut">
              <a:rPr lang="ru-RU" smtClean="0"/>
              <a:pPr/>
              <a:t>12.05.2026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B99B8-2B06-4573-B1B9-C05D8166549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8980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364F-289D-4D40-99F5-C85D2CDFB8F8}" type="datetimeFigureOut">
              <a:rPr lang="ru-RU" smtClean="0"/>
              <a:pPr/>
              <a:t>12.05.2026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B99B8-2B06-4573-B1B9-C05D8166549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631787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364F-289D-4D40-99F5-C85D2CDFB8F8}" type="datetimeFigureOut">
              <a:rPr lang="ru-RU" smtClean="0"/>
              <a:pPr/>
              <a:t>12.05.2026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B99B8-2B06-4573-B1B9-C05D8166549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324265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364F-289D-4D40-99F5-C85D2CDFB8F8}" type="datetimeFigureOut">
              <a:rPr lang="ru-RU" smtClean="0"/>
              <a:pPr/>
              <a:t>12.05.2026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B99B8-2B06-4573-B1B9-C05D8166549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35749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D364F-289D-4D40-99F5-C85D2CDFB8F8}" type="datetimeFigureOut">
              <a:rPr lang="ru-RU" smtClean="0"/>
              <a:pPr/>
              <a:t>12.05.2026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B99B8-2B06-4573-B1B9-C05D8166549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35049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BD364F-289D-4D40-99F5-C85D2CDFB8F8}" type="datetimeFigureOut">
              <a:rPr lang="ru-RU" smtClean="0"/>
              <a:pPr/>
              <a:t>12.05.2026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B99B8-2B06-4573-B1B9-C05D8166549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06335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Сайт для обмена книгами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Выполнил</a:t>
            </a:r>
            <a:r>
              <a:rPr lang="en-US" dirty="0" smtClean="0"/>
              <a:t>:</a:t>
            </a:r>
            <a:r>
              <a:rPr lang="ru-RU" dirty="0" smtClean="0"/>
              <a:t> </a:t>
            </a:r>
            <a:r>
              <a:rPr lang="ru-RU" dirty="0" err="1" smtClean="0"/>
              <a:t>Сизов</a:t>
            </a:r>
            <a:r>
              <a:rPr lang="ru-RU" dirty="0" smtClean="0"/>
              <a:t> Максим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96284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Цель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Сделать простой, но удобный сайт для обмена книгами.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856965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38651" y="365125"/>
            <a:ext cx="5815149" cy="1325563"/>
          </a:xfrm>
        </p:spPr>
        <p:txBody>
          <a:bodyPr/>
          <a:lstStyle/>
          <a:p>
            <a:r>
              <a:rPr lang="ru-RU" dirty="0" smtClean="0"/>
              <a:t>Структура проекта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538651" y="1825625"/>
            <a:ext cx="5815149" cy="4351338"/>
          </a:xfrm>
        </p:spPr>
        <p:txBody>
          <a:bodyPr/>
          <a:lstStyle/>
          <a:p>
            <a:pPr>
              <a:buNone/>
            </a:pP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916" y="566058"/>
            <a:ext cx="1787126" cy="608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09800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Демонстрация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180299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63388" y="2725147"/>
            <a:ext cx="6085115" cy="1325563"/>
          </a:xfrm>
        </p:spPr>
        <p:txBody>
          <a:bodyPr/>
          <a:lstStyle/>
          <a:p>
            <a:r>
              <a:rPr lang="ru-RU" dirty="0" smtClean="0"/>
              <a:t>Спасибо за внимание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41546302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25</Words>
  <Application>Microsoft Office PowerPoint</Application>
  <PresentationFormat>Произвольный</PresentationFormat>
  <Paragraphs>7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Сайт для обмена книгами</vt:lpstr>
      <vt:lpstr>Цель</vt:lpstr>
      <vt:lpstr>Структура проекта</vt:lpstr>
      <vt:lpstr>Демонстрация</vt:lpstr>
      <vt:lpstr>Спасибо за внимание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мама</dc:creator>
  <cp:lastModifiedBy>yaschool</cp:lastModifiedBy>
  <cp:revision>11</cp:revision>
  <dcterms:created xsi:type="dcterms:W3CDTF">2026-01-30T14:14:27Z</dcterms:created>
  <dcterms:modified xsi:type="dcterms:W3CDTF">2026-05-12T14:27:47Z</dcterms:modified>
</cp:coreProperties>
</file>