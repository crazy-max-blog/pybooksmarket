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71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8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5796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7605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8655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8317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80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787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426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749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049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BD364F-289D-4D40-99F5-C85D2CDFB8F8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B99B8-2B06-4573-B1B9-C05D81665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6335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Сайт для обмена книгами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Выполнил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r>
              <a:rPr lang="ru-RU" dirty="0" err="1" smtClean="0"/>
              <a:t>Сизов</a:t>
            </a:r>
            <a:r>
              <a:rPr lang="ru-RU" dirty="0" smtClean="0"/>
              <a:t> Максим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284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Сделать простой, но удобный сайт для обмена книгами.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965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538651" y="365125"/>
            <a:ext cx="5815149" cy="1325563"/>
          </a:xfrm>
        </p:spPr>
        <p:txBody>
          <a:bodyPr/>
          <a:lstStyle/>
          <a:p>
            <a:r>
              <a:rPr lang="ru-RU" dirty="0" smtClean="0"/>
              <a:t>Структура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538651" y="1825625"/>
            <a:ext cx="5815149" cy="4351338"/>
          </a:xfrm>
        </p:spPr>
        <p:txBody>
          <a:bodyPr/>
          <a:lstStyle/>
          <a:p>
            <a:r>
              <a:rPr lang="ru-RU" dirty="0" smtClean="0"/>
              <a:t>Игры в папке </a:t>
            </a:r>
            <a:r>
              <a:rPr lang="en-US" dirty="0" smtClean="0"/>
              <a:t>games, </a:t>
            </a:r>
            <a:r>
              <a:rPr lang="ru-RU" dirty="0" smtClean="0"/>
              <a:t>каждая называется по названию подпапки. Карты в папке </a:t>
            </a:r>
            <a:r>
              <a:rPr lang="en-US" dirty="0" smtClean="0"/>
              <a:t>levels</a:t>
            </a:r>
            <a:r>
              <a:rPr lang="ru-RU" dirty="0" smtClean="0"/>
              <a:t>. Игры должны сами находиться.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916" y="566058"/>
            <a:ext cx="1787126" cy="608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800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Д</a:t>
            </a:r>
            <a:r>
              <a:rPr lang="ru-RU" smtClean="0"/>
              <a:t>емонстрация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0299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 теперь предыстория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653" y="1440831"/>
            <a:ext cx="4892464" cy="3292125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042" y="2865120"/>
            <a:ext cx="5208210" cy="292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228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63388" y="2725147"/>
            <a:ext cx="6085115" cy="1325563"/>
          </a:xfrm>
        </p:spPr>
        <p:txBody>
          <a:bodyPr/>
          <a:lstStyle/>
          <a:p>
            <a:r>
              <a:rPr lang="ru-RU" dirty="0" smtClean="0"/>
              <a:t>Спасибо за внимание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46302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49</Words>
  <Application>Microsoft Office PowerPoint</Application>
  <PresentationFormat>Широкоэкранный</PresentationFormat>
  <Paragraphs>9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Сайт для обмена книгами</vt:lpstr>
      <vt:lpstr>Цель</vt:lpstr>
      <vt:lpstr>Структура проекта</vt:lpstr>
      <vt:lpstr>Демонстрация</vt:lpstr>
      <vt:lpstr>А теперь предыстория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мама</dc:creator>
  <cp:lastModifiedBy>мама</cp:lastModifiedBy>
  <cp:revision>10</cp:revision>
  <dcterms:created xsi:type="dcterms:W3CDTF">2026-01-30T14:14:27Z</dcterms:created>
  <dcterms:modified xsi:type="dcterms:W3CDTF">2026-05-12T12:56:15Z</dcterms:modified>
</cp:coreProperties>
</file>